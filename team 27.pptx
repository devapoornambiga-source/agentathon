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6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438C2E-3678-72F4-A440-CE8B9C8B74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Thiagarajar College Of Engineering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3C9BC-4179-5323-B563-54D21DBA3E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49624-1529-45CE-A9C6-261B121D5C5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DF295-F81B-3583-449D-1F7DF0E27A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3554B-DAE4-6E5D-3039-39D20BCE9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E0BB9-0E04-4A05-A8BF-FB5FC37A3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872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Thiagarajar College Of Engineering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BB4F1-750A-4AD6-8CF9-1A2C92CFF819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6CBFE-7B34-486D-8EE5-E8E0823D7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1804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EFCA-6F53-8761-5DB7-D36EF8CCE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DC836-BA10-B498-310B-D93F9C7CA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825D8-1BC8-AEDA-9834-D840FD83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FD69-DAAC-405C-B2EA-24ACC8DDF28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24B94-27E5-11AB-85C2-4DD56D61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@Agentathon – Team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A193-F900-8D15-716E-8EDD915D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CC82-2D85-E016-F22D-23E2E02D212A}"/>
              </a:ext>
            </a:extLst>
          </p:cNvPr>
          <p:cNvSpPr/>
          <p:nvPr userDrawn="1"/>
        </p:nvSpPr>
        <p:spPr>
          <a:xfrm>
            <a:off x="0" y="0"/>
            <a:ext cx="12192000" cy="726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AGENTATHON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1FD6EE-7087-A8F9-0F78-EF2AC5A14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29" y="10874"/>
            <a:ext cx="704871" cy="704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D4E407-917C-788C-5697-81280C14ED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271" y="34048"/>
            <a:ext cx="631329" cy="631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B47BD2-FBA9-6CF6-E351-277846FAE6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34048"/>
            <a:ext cx="630000" cy="611689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0F32AF-0232-57A5-7CC9-197F0A750D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0"/>
            <a:ext cx="704871" cy="70487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4675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FCD9-977D-BA50-1E61-61377D27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8FF9D-A568-F552-561F-BD457C00C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949EA-D213-A1E4-A99C-B706D1F8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F49D-C1AA-4158-B402-A4685D533D60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544D5-93DF-064E-3927-8986588B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82B8A-118E-858B-9363-9B9B53AE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1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2F1F-1492-4C82-A7CF-9F1A2C0E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49EE-A859-D354-5589-B48339C9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465A1-E46D-1A33-54E8-5D786F44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E000-DD6B-4F22-B62F-4AA2ABD065C5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8CED4-80E3-3521-3664-EB8A49C5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DD381-F15A-285B-093D-6D299A61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4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9CCC-0FF2-A39E-8298-333A0BF0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F531-DDC9-C305-DEA3-72C2989D0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1E03F-7229-61E1-3F32-F53C0118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60DF5-51C5-17FA-8C67-A06F5AB9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5283-0F68-4BB3-BAC6-E486F5BCBF4E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2FD1-0AEB-C9D9-58F7-2F4853CA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44B32-1444-BF98-E55E-89248860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5F1F-2C8A-B517-3AD7-A1EC8B62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7AFCA-D71B-FCE9-E034-EB4E59C07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D4D1-BA47-E2B8-A870-FAE591156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87275-9F57-DB0B-F571-E64F3CDFA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B7755-B3C8-4CC6-5CCC-FD44DFBD9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CB6CC-2452-9F98-E66D-E3AF27D03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0B4F-6C9B-4F18-8AA2-3FD6E0C71006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524D4-70F9-B640-9189-C7862BD4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DBAAD-264B-BCB6-9DF2-7944E6C0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4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B330-C381-9F29-7620-438DB263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23A1F-FF69-E310-98AA-BA23837B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C572-EF28-427B-98BC-3F9BB9885FC7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7BF37-F9F5-4508-534E-B6423855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D5062-3483-863F-3D98-0C05E3FA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1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5741-03FB-C7F6-5AAD-CEE50B60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D0D6-CC44-4AF4-ACC9-587D04BF10A2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A5679-204F-FE20-ABBF-0052F57F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C2BCB-6B95-01A3-5DE0-817EF42D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3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7016-C3ED-9001-4A30-386C32890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2CB5C-64B1-E343-24E8-04EE005D4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1C6F5-DEB8-0E19-FF4C-70B19CC95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78DB4-5781-39FA-06E6-04380B59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9955-8668-4412-BD1C-0265E2FD3C5E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2300A-C206-DAF4-19CE-C920B3B2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5E10F-2E43-9959-5A63-0B92660B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8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50A5-DE98-EED3-621F-9681F3B5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0E0A4-38B0-7350-952C-1C2548F50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0D5CF-64E7-6A31-BD0A-9CAE20296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07A36-7228-C996-CD4E-B7F61646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618B-4A9D-49EB-9C8B-B9AABD1BC6F3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A6D82-9916-D190-7E3C-FDECBECF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9F1F9-83AC-C341-BEDE-BAE1E0B0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8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8B80-9850-FD00-292B-9EE5AAC1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DDE72-1237-9831-D21C-83FE05B05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70FF7-A08D-F47A-894C-3B33C3AC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EEC7B-CECB-489F-875C-26D9B97508D3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9DDB7-8EC8-97B7-B3F6-C96187BE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C605-B770-95D0-36EA-C338B738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7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CFD50-50BB-E7FA-7C69-5AB569C3A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B6F7E-EA97-0825-1FD4-4C8CC8AAF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C878-5B9D-51FD-E807-242C633A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5AB5-529A-4C9F-8FAE-5B6784460E1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6589B-0843-9178-CFF2-9544EA58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@Agentathon Idea Submission 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2C681-8EB4-477E-44E2-AF62D520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8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E7776-0F7B-29A7-376A-FC90100B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185E1-B6D2-2FED-D418-52A027736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CB984-A27C-7EEA-1CB0-390DD7610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0B552-DB22-43CC-92DD-CE69AC52C2F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F0BB4-458D-2704-AB91-ACFDCE077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@Agentathon Idea Submission 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EF554-C428-B68D-2E50-17D96EDDF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501BC-F6EF-47DB-9CA9-F3EC3A5D3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CA744D-74BD-176D-A77C-A98C6D805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845" y="1366888"/>
            <a:ext cx="11739153" cy="465648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 Light" panose="020F0302020204030204" pitchFamily="34" charset="0"/>
                <a:cs typeface="Times New Roman" panose="02020603050405020304" pitchFamily="18" charset="0"/>
              </a:rPr>
              <a:t>AI Invoice Management System for  finance.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27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Details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000000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7069C-8006-B3DA-5690-4942735DC2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1999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F1862-7786-9495-5574-87E8E744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1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E45E0-30B6-051F-E1EA-59892B497336}"/>
              </a:ext>
            </a:extLst>
          </p:cNvPr>
          <p:cNvSpPr txBox="1"/>
          <p:nvPr/>
        </p:nvSpPr>
        <p:spPr>
          <a:xfrm>
            <a:off x="2215657" y="3004794"/>
            <a:ext cx="63578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Shanna P                                           - 691285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Deva Poornambiga Jeyaprakash      - 690008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Navaneethan R                                 - 690641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Robin Rohith V                                - 691277 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36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DEE5-F8BC-B275-CB4B-CA3D0AA99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C282A2-8145-53FC-8A6D-F7A879F6AD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3657"/>
            <a:ext cx="12192000" cy="681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417FC-049E-712B-18CE-F882CCC194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01835-4CF2-69A2-688A-D7A3C483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863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2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4BCD431-AF89-AB7C-C240-6E985AFC4D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" y="-18139"/>
            <a:ext cx="705600" cy="70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0CA177-E721-E59D-A46D-E39495D97974}"/>
              </a:ext>
            </a:extLst>
          </p:cNvPr>
          <p:cNvSpPr txBox="1"/>
          <p:nvPr/>
        </p:nvSpPr>
        <p:spPr>
          <a:xfrm>
            <a:off x="1017403" y="1798973"/>
            <a:ext cx="10477800" cy="2864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7680" indent="-48768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Manual entry slows every payment decision.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7680" indent="-48768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Human errors create duplicate records and missed deadlines.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7680" indent="-48768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Different invoice formats make the work hard to scale.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endParaRPr lang="en-US" sz="2400" dirty="0"/>
          </a:p>
          <a:p>
            <a:pPr>
              <a:buSzPct val="100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: Industry, Innovation and Infrastructure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lang="en-US" sz="3200" dirty="0">
              <a:solidFill>
                <a:srgbClr val="000000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8BE76-0B69-6994-75CA-FFA71D22582A}"/>
              </a:ext>
            </a:extLst>
          </p:cNvPr>
          <p:cNvSpPr txBox="1"/>
          <p:nvPr/>
        </p:nvSpPr>
        <p:spPr>
          <a:xfrm>
            <a:off x="3525624" y="114160"/>
            <a:ext cx="6191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 Invoice Management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66782-7260-B559-4D5F-CEFFFF9E61EE}"/>
              </a:ext>
            </a:extLst>
          </p:cNvPr>
          <p:cNvSpPr/>
          <p:nvPr/>
        </p:nvSpPr>
        <p:spPr>
          <a:xfrm>
            <a:off x="1017403" y="3924870"/>
            <a:ext cx="4034671" cy="202486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5BE51-C1AF-9F54-B18C-D8141B45C683}"/>
              </a:ext>
            </a:extLst>
          </p:cNvPr>
          <p:cNvSpPr/>
          <p:nvPr/>
        </p:nvSpPr>
        <p:spPr>
          <a:xfrm>
            <a:off x="6989043" y="3924869"/>
            <a:ext cx="3785794" cy="203805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568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AADC-ADA7-EFC8-AE9C-890AEDE6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6588-39A2-CD6F-52AA-E365CDAA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8D7E25-7ED4-20BC-2905-3C34526DDF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3657"/>
            <a:ext cx="12192000" cy="681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 Invoice Management System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9202B-2422-9464-FE9F-3933E690D8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1A2E4-ECBF-1C68-F60C-99977E34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863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3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EEAA565-ABC2-E7F3-A39F-8DE7E0D570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" y="-18139"/>
            <a:ext cx="705600" cy="705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327D35-5368-5010-F393-1314509803E0}"/>
              </a:ext>
            </a:extLst>
          </p:cNvPr>
          <p:cNvSpPr txBox="1"/>
          <p:nvPr/>
        </p:nvSpPr>
        <p:spPr>
          <a:xfrm>
            <a:off x="1084082" y="1401130"/>
            <a:ext cx="1058471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One upload creates a verified invoice record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Tinos" pitchFamily="34" charset="0"/>
              <a:ea typeface="Tinos" pitchFamily="34" charset="-122"/>
              <a:cs typeface="Tinos" pitchFamily="34" charset="-120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03F97-BE1E-958E-F5C3-6A5A186F6750}"/>
              </a:ext>
            </a:extLst>
          </p:cNvPr>
          <p:cNvSpPr txBox="1"/>
          <p:nvPr/>
        </p:nvSpPr>
        <p:spPr>
          <a:xfrm>
            <a:off x="1941921" y="2255994"/>
            <a:ext cx="75440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PDFs, images, and scanned invoices.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invoice fields automatically.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required fields are present.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duplicate invoices.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totals, taxes, and line items.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payment due dates.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users about overdue or suspicious invoices.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structured invoice information in a database.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correction is also available.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96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18E9-7095-3B7F-AB3A-5B0C1438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474A-78FC-F1CD-8980-0D2AFD41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FFFACD-EB27-F0DF-E54D-455D04D53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3657"/>
            <a:ext cx="12192000" cy="681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</a:t>
            </a:r>
            <a:r>
              <a:rPr lang="en-US" sz="2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Invoice Management System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F5015-8651-FCEC-7D22-B785CE03E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87773-63B5-73BE-5021-DF0BF06F8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863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4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CCFEDA5-074D-E3DD-D7FF-5CF4D78A46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" y="-18139"/>
            <a:ext cx="705600" cy="705600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CFC7F545-27EB-231E-8D05-6DEE4037CFBE}"/>
              </a:ext>
            </a:extLst>
          </p:cNvPr>
          <p:cNvSpPr/>
          <p:nvPr/>
        </p:nvSpPr>
        <p:spPr>
          <a:xfrm>
            <a:off x="1159824" y="3339560"/>
            <a:ext cx="10897058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9B05BA-9020-BB29-DD0F-0E4BCD152DBF}"/>
              </a:ext>
            </a:extLst>
          </p:cNvPr>
          <p:cNvSpPr/>
          <p:nvPr/>
        </p:nvSpPr>
        <p:spPr>
          <a:xfrm>
            <a:off x="970961" y="1879133"/>
            <a:ext cx="1508288" cy="13255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B434D7-8DAB-68DB-F3BB-0416DCA741A4}"/>
              </a:ext>
            </a:extLst>
          </p:cNvPr>
          <p:cNvSpPr/>
          <p:nvPr/>
        </p:nvSpPr>
        <p:spPr>
          <a:xfrm>
            <a:off x="5304251" y="1926268"/>
            <a:ext cx="1508288" cy="13255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5E437A-E5DA-6DED-1ECB-67B386485B1C}"/>
              </a:ext>
            </a:extLst>
          </p:cNvPr>
          <p:cNvSpPr/>
          <p:nvPr/>
        </p:nvSpPr>
        <p:spPr>
          <a:xfrm>
            <a:off x="9419409" y="1855934"/>
            <a:ext cx="1508288" cy="13255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B23704-B192-3942-1DC2-734F237DC341}"/>
              </a:ext>
            </a:extLst>
          </p:cNvPr>
          <p:cNvSpPr/>
          <p:nvPr/>
        </p:nvSpPr>
        <p:spPr>
          <a:xfrm>
            <a:off x="7367215" y="1864609"/>
            <a:ext cx="1508288" cy="13255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B4E964-1E19-3869-4ED1-4D4B5C408162}"/>
              </a:ext>
            </a:extLst>
          </p:cNvPr>
          <p:cNvSpPr/>
          <p:nvPr/>
        </p:nvSpPr>
        <p:spPr>
          <a:xfrm>
            <a:off x="3080995" y="1879133"/>
            <a:ext cx="1654401" cy="13255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03B62-6422-8C0F-838A-BB1B14C80B71}"/>
              </a:ext>
            </a:extLst>
          </p:cNvPr>
          <p:cNvSpPr txBox="1"/>
          <p:nvPr/>
        </p:nvSpPr>
        <p:spPr>
          <a:xfrm>
            <a:off x="5293480" y="2121031"/>
            <a:ext cx="150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Automatic Verification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6E5C38-FA43-98DA-0582-D59F2B2FDFCD}"/>
              </a:ext>
            </a:extLst>
          </p:cNvPr>
          <p:cNvSpPr txBox="1"/>
          <p:nvPr/>
        </p:nvSpPr>
        <p:spPr>
          <a:xfrm>
            <a:off x="7540103" y="2357248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470D13-E6AD-0B9E-D8B6-8B74264F8776}"/>
              </a:ext>
            </a:extLst>
          </p:cNvPr>
          <p:cNvSpPr txBox="1"/>
          <p:nvPr/>
        </p:nvSpPr>
        <p:spPr>
          <a:xfrm>
            <a:off x="9466872" y="2230945"/>
            <a:ext cx="1377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Payment Remainder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753AD-695C-C4F6-8325-EDAF46A08FD9}"/>
              </a:ext>
            </a:extLst>
          </p:cNvPr>
          <p:cNvSpPr txBox="1"/>
          <p:nvPr/>
        </p:nvSpPr>
        <p:spPr>
          <a:xfrm>
            <a:off x="1184012" y="2230945"/>
            <a:ext cx="108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Upload Invoice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28AF4-8F10-792A-CE4D-721D79BB478C}"/>
              </a:ext>
            </a:extLst>
          </p:cNvPr>
          <p:cNvSpPr txBox="1"/>
          <p:nvPr/>
        </p:nvSpPr>
        <p:spPr>
          <a:xfrm>
            <a:off x="3210222" y="2165168"/>
            <a:ext cx="1366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 Reads the Invoice</a:t>
            </a:r>
            <a:endParaRPr lang="en-IN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5CC5E509-FE58-EBC0-1FA0-8640997BA5BF}"/>
              </a:ext>
            </a:extLst>
          </p:cNvPr>
          <p:cNvSpPr/>
          <p:nvPr/>
        </p:nvSpPr>
        <p:spPr>
          <a:xfrm>
            <a:off x="2500918" y="2456911"/>
            <a:ext cx="571271" cy="24493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B361FD9-7589-A056-29A9-36314B39A7D6}"/>
              </a:ext>
            </a:extLst>
          </p:cNvPr>
          <p:cNvSpPr/>
          <p:nvPr/>
        </p:nvSpPr>
        <p:spPr>
          <a:xfrm>
            <a:off x="4735396" y="2444196"/>
            <a:ext cx="568855" cy="25764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AE8EBD67-AE35-472E-8ABB-2358CE9DF0A1}"/>
              </a:ext>
            </a:extLst>
          </p:cNvPr>
          <p:cNvSpPr/>
          <p:nvPr/>
        </p:nvSpPr>
        <p:spPr>
          <a:xfrm>
            <a:off x="6823309" y="2416653"/>
            <a:ext cx="548148" cy="28518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087866A-CDE5-3932-6282-47D024B35B06}"/>
              </a:ext>
            </a:extLst>
          </p:cNvPr>
          <p:cNvSpPr/>
          <p:nvPr/>
        </p:nvSpPr>
        <p:spPr>
          <a:xfrm>
            <a:off x="8875503" y="2452360"/>
            <a:ext cx="543906" cy="2742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59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D21B-9261-4631-C0A5-64586F49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7CCD-C2A2-0731-53DE-A488FC4C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70F19-837C-3F5D-408F-F649E8E87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3657"/>
            <a:ext cx="12192000" cy="681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</a:t>
            </a:r>
            <a:r>
              <a:rPr lang="en-US" sz="2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Invoice Management System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0624D-343F-5C34-533D-61DB5DB31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16CA6-0804-E475-283C-94BBD2F2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863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5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F7AFF9-FC5D-FFCA-F01C-E525B34CE4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" y="-18139"/>
            <a:ext cx="705600" cy="70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586160-B631-1E99-CFE6-14FE0CC56906}"/>
              </a:ext>
            </a:extLst>
          </p:cNvPr>
          <p:cNvSpPr txBox="1"/>
          <p:nvPr/>
        </p:nvSpPr>
        <p:spPr>
          <a:xfrm>
            <a:off x="1630837" y="2036189"/>
            <a:ext cx="833329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approval process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invoice error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payment deadlines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0799B-0A5D-1992-27BD-C14256B8BD49}"/>
              </a:ext>
            </a:extLst>
          </p:cNvPr>
          <p:cNvSpPr/>
          <p:nvPr/>
        </p:nvSpPr>
        <p:spPr>
          <a:xfrm>
            <a:off x="7004115" y="1926359"/>
            <a:ext cx="3864989" cy="272535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4DD5-4C24-9778-D344-3EFB8C42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FAA4-6660-1DF7-2E0D-12776B97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83D03-6EAD-87EC-A583-93D5CFBFD1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43657"/>
            <a:ext cx="12192000" cy="681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AI Invoice Management System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6A967-D204-338F-0451-253693743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@Agentathon – Team No. 27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2F984-0319-0330-F685-3019CF2B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863" y="6424612"/>
            <a:ext cx="2743200" cy="365125"/>
          </a:xfrm>
        </p:spPr>
        <p:txBody>
          <a:bodyPr/>
          <a:lstStyle/>
          <a:p>
            <a:fld id="{885501BC-F6EF-47DB-9CA9-F3EC3A5D3408}" type="slidenum">
              <a:rPr lang="en-US" smtClean="0">
                <a:solidFill>
                  <a:schemeClr val="bg2"/>
                </a:solidFill>
              </a:rPr>
              <a:t>6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D901F4-15F7-A4CB-9FCC-DA3E72C830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0" y="-18139"/>
            <a:ext cx="705600" cy="705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06A736-0F5C-9AC5-37CD-7AB3D7A69A15}"/>
              </a:ext>
            </a:extLst>
          </p:cNvPr>
          <p:cNvSpPr txBox="1"/>
          <p:nvPr/>
        </p:nvSpPr>
        <p:spPr>
          <a:xfrm>
            <a:off x="975674" y="1236900"/>
            <a:ext cx="105155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Duplicate and fraud checks stay advisory, but visible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Tinos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Compare each new invoice against stored records using vendor, invoice number, and amount 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248F06C-2C91-B980-D53E-1074FE9000F0}"/>
              </a:ext>
            </a:extLst>
          </p:cNvPr>
          <p:cNvSpPr/>
          <p:nvPr/>
        </p:nvSpPr>
        <p:spPr>
          <a:xfrm>
            <a:off x="4393655" y="3699711"/>
            <a:ext cx="3200320" cy="21072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            </a:t>
            </a:r>
          </a:p>
          <a:p>
            <a:r>
              <a:rPr lang="en-US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             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Observe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Surface unusual amounts and bank-detail changes for human review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dirty="0"/>
              <a:t>                                                      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A4F54F7-DD2D-8886-FFF8-5F0B27BC864F}"/>
              </a:ext>
            </a:extLst>
          </p:cNvPr>
          <p:cNvSpPr/>
          <p:nvPr/>
        </p:nvSpPr>
        <p:spPr>
          <a:xfrm>
            <a:off x="7933128" y="3699711"/>
            <a:ext cx="3200320" cy="21072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                   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               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nos" pitchFamily="34" charset="-122"/>
                <a:cs typeface="Times New Roman" panose="02020603050405020304" pitchFamily="18" charset="0"/>
              </a:rPr>
              <a:t>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Arimo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Keep the audit trail visible instead of hiding uncertainty.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4C6D361-C681-539C-7F55-C389139BC5AD}"/>
              </a:ext>
            </a:extLst>
          </p:cNvPr>
          <p:cNvSpPr/>
          <p:nvPr/>
        </p:nvSpPr>
        <p:spPr>
          <a:xfrm>
            <a:off x="838179" y="3699711"/>
            <a:ext cx="3200320" cy="21072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0000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Match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Arimo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 Flag duplicate invoices before they become duplicate payments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02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300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Arimo</vt:lpstr>
      <vt:lpstr>Times New Roman</vt:lpstr>
      <vt:lpstr>Tinos</vt:lpstr>
      <vt:lpstr>Wingdings</vt:lpstr>
      <vt:lpstr>Office Theme</vt:lpstr>
      <vt:lpstr>PowerPoint Presentation</vt:lpstr>
      <vt:lpstr>PROBLEM STATEMENT</vt:lpstr>
      <vt:lpstr>PROPOSED SOLUTION</vt:lpstr>
      <vt:lpstr>WORKFLOW</vt:lpstr>
      <vt:lpstr>EXISTING SOLUTION</vt:lpstr>
      <vt:lpstr>NOVELTY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Akbar</dc:creator>
  <cp:lastModifiedBy>User</cp:lastModifiedBy>
  <cp:revision>15</cp:revision>
  <dcterms:created xsi:type="dcterms:W3CDTF">2026-09-19T17:14:31Z</dcterms:created>
  <dcterms:modified xsi:type="dcterms:W3CDTF">2026-09-22T14:05:16Z</dcterms:modified>
</cp:coreProperties>
</file>